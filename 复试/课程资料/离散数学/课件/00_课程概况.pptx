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0" r:id="rId6"/>
    <p:sldId id="265" r:id="rId7"/>
    <p:sldId id="260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50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58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28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41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69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39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68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0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08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45D16-BA58-4DCE-853E-75ADA7982344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EEFA3-6A12-42A7-BC8D-F284CB613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6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s.nju.edu.cn/shiyh/DM202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课程概况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2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关于我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724029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颖欢 （博士，副教授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：人工智能，医疗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，机器视觉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邮箱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syh@nju.edu.cn 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189-5199-1008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办公室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：计算机系楼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-508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189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23402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课程时间： 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周一</a:t>
            </a:r>
            <a:endParaRPr lang="en-US" altLang="zh-CN" sz="28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周三</a:t>
            </a:r>
            <a:endParaRPr lang="en-US" altLang="zh-CN" sz="28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周五（习题课）</a:t>
            </a:r>
            <a:endParaRPr lang="en-US" altLang="zh-CN" sz="28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助教： 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陈奕宇、王子元、汪睿琪</a:t>
            </a:r>
            <a:endParaRPr lang="en-US" altLang="zh-CN" sz="28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955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课程主页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课程主页 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</a:t>
            </a:r>
            <a:r>
              <a:rPr lang="en-US" altLang="zh-CN" sz="2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://</a:t>
            </a:r>
            <a:r>
              <a:rPr lang="en-US" altLang="zh-CN" sz="28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cs.nju.edu.cn/shiyh/DM2020/</a:t>
            </a:r>
            <a:endParaRPr lang="en-US" altLang="zh-CN" sz="28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（还没有建好！）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653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513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教科书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170" y="1136072"/>
            <a:ext cx="3953849" cy="53573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2111" y="356523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第七版！！！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96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1" y="415638"/>
            <a:ext cx="8868991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0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823303"/>
            <a:ext cx="8915112" cy="548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9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5" y="461819"/>
            <a:ext cx="8553193" cy="599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0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7" y="304799"/>
            <a:ext cx="8592272" cy="61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9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8" y="230909"/>
            <a:ext cx="8773162" cy="61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2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79</Words>
  <Application>Microsoft Office PowerPoint</Application>
  <PresentationFormat>全屏显示(4:3)</PresentationFormat>
  <Paragraphs>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课程概况</vt:lpstr>
      <vt:lpstr>关于我</vt:lpstr>
      <vt:lpstr>课程信息</vt:lpstr>
      <vt:lpstr>课程主页 </vt:lpstr>
      <vt:lpstr>课程QQ群</vt:lpstr>
      <vt:lpstr>教科书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Ivan</dc:creator>
  <cp:lastModifiedBy>Ivan</cp:lastModifiedBy>
  <cp:revision>43</cp:revision>
  <dcterms:created xsi:type="dcterms:W3CDTF">2018-03-04T09:45:11Z</dcterms:created>
  <dcterms:modified xsi:type="dcterms:W3CDTF">2020-02-16T12:22:56Z</dcterms:modified>
</cp:coreProperties>
</file>
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73" r:id="rId3"/>
    <p:sldId id="257" r:id="rId4"/>
    <p:sldId id="368" r:id="rId5"/>
    <p:sldId id="369" r:id="rId6"/>
    <p:sldId id="370" r:id="rId7"/>
    <p:sldId id="37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047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78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70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81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84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16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65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68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9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59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CB44E-773B-47C7-A504-E49730E48B67}" type="datetimeFigureOut">
              <a:rPr lang="zh-CN" altLang="en-US" smtClean="0"/>
              <a:t>2020/3/13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9A07-644E-44A2-B431-B5A9E7221F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68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1BE71-6B1C-4448-93DC-4D8C0395FF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离散数学第</a:t>
            </a:r>
            <a:r>
              <a:rPr lang="en-US" altLang="zh-CN" dirty="0"/>
              <a:t>4</a:t>
            </a:r>
            <a:r>
              <a:rPr lang="zh-CN" altLang="en-US" dirty="0"/>
              <a:t>次习题课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D8F3F6-FC91-4FCD-A386-0813679E53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2020/03/13</a:t>
            </a:r>
          </a:p>
          <a:p>
            <a:r>
              <a:rPr lang="zh-CN" altLang="en-US" dirty="0"/>
              <a:t>助教：王子元</a:t>
            </a:r>
          </a:p>
        </p:txBody>
      </p:sp>
    </p:spTree>
    <p:extLst>
      <p:ext uri="{BB962C8B-B14F-4D97-AF65-F5344CB8AC3E}">
        <p14:creationId xmlns:p14="http://schemas.microsoft.com/office/powerpoint/2010/main" val="66896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31265-74DD-4D82-B09E-0D23B43D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课件中几道习题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637B77-E3FA-4225-912B-41257CAFA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12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D1FAF-7EF4-410A-9010-96190A8A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3018B7E-77B0-435E-8EDD-B3FA1EC9FC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50" y="4322881"/>
            <a:ext cx="6198870" cy="1998543"/>
          </a:xfrm>
          <a:ln>
            <a:solidFill>
              <a:schemeClr val="accent1"/>
            </a:solidFill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70315BB-8927-45E3-898E-DDF2DA1E8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357188"/>
            <a:ext cx="8715375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21A86AA-6477-440A-A707-5E11C7925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857375"/>
            <a:ext cx="8429625" cy="215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557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标题 1">
            <a:extLst>
              <a:ext uri="{FF2B5EF4-FFF2-40B4-BE49-F238E27FC236}">
                <a16:creationId xmlns:a16="http://schemas.microsoft.com/office/drawing/2014/main" id="{49B64765-63E6-4BBD-BC9A-FF09C66F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黑体" panose="02010609060101010101" pitchFamily="49" charset="-122"/>
              </a:rPr>
              <a:t>练习</a:t>
            </a:r>
          </a:p>
        </p:txBody>
      </p:sp>
      <p:pic>
        <p:nvPicPr>
          <p:cNvPr id="132099" name="图片 4">
            <a:extLst>
              <a:ext uri="{FF2B5EF4-FFF2-40B4-BE49-F238E27FC236}">
                <a16:creationId xmlns:a16="http://schemas.microsoft.com/office/drawing/2014/main" id="{B72EA5D5-9319-41CB-9D7B-B2C563D59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557338"/>
            <a:ext cx="78771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4396DF8-0B22-4208-9382-D4D0AE376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3573463"/>
            <a:ext cx="8072438" cy="305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2">
            <a:extLst>
              <a:ext uri="{FF2B5EF4-FFF2-40B4-BE49-F238E27FC236}">
                <a16:creationId xmlns:a16="http://schemas.microsoft.com/office/drawing/2014/main" id="{1CCF56A5-AB95-40B8-8288-0864F0CA0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1500188"/>
            <a:ext cx="89535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5" name="Picture 3">
            <a:extLst>
              <a:ext uri="{FF2B5EF4-FFF2-40B4-BE49-F238E27FC236}">
                <a16:creationId xmlns:a16="http://schemas.microsoft.com/office/drawing/2014/main" id="{30927F68-DC23-4F16-9909-B62851291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" y="2643188"/>
            <a:ext cx="8858250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24" name="标题 1">
            <a:extLst>
              <a:ext uri="{FF2B5EF4-FFF2-40B4-BE49-F238E27FC236}">
                <a16:creationId xmlns:a16="http://schemas.microsoft.com/office/drawing/2014/main" id="{DB84CA86-7BED-469B-98ED-8D10BC09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黑体" panose="02010609060101010101" pitchFamily="49" charset="-122"/>
              </a:rPr>
              <a:t>练习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5DCA5-CCC6-4620-AA6F-DCBB9E5B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0992F5-7B91-44D2-8822-1E3410BE6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注意提交作业的命名格式</a:t>
            </a:r>
            <a:r>
              <a:rPr lang="zh-CN" altLang="en-US" sz="2000" dirty="0"/>
              <a:t>（第</a:t>
            </a:r>
            <a:r>
              <a:rPr lang="en-US" altLang="zh-CN" sz="2000" dirty="0"/>
              <a:t>x</a:t>
            </a:r>
            <a:r>
              <a:rPr lang="zh-CN" altLang="en-US" sz="2000" dirty="0"/>
              <a:t>次作业</a:t>
            </a:r>
            <a:r>
              <a:rPr lang="en-US" altLang="zh-CN" sz="2000" dirty="0"/>
              <a:t>_</a:t>
            </a:r>
            <a:r>
              <a:rPr lang="zh-CN" altLang="en-US" sz="2000" dirty="0"/>
              <a:t>学号</a:t>
            </a:r>
            <a:r>
              <a:rPr lang="en-US" altLang="zh-CN" sz="2000" dirty="0"/>
              <a:t>_</a:t>
            </a:r>
            <a:r>
              <a:rPr lang="zh-CN" altLang="en-US" sz="2000" dirty="0"/>
              <a:t>姓名）</a:t>
            </a:r>
            <a:endParaRPr lang="en-US" altLang="zh-CN" dirty="0"/>
          </a:p>
          <a:p>
            <a:r>
              <a:rPr lang="zh-CN" altLang="en-US" dirty="0"/>
              <a:t>尽量书写工整</a:t>
            </a:r>
            <a:endParaRPr lang="en-US" altLang="zh-CN" dirty="0"/>
          </a:p>
          <a:p>
            <a:r>
              <a:rPr lang="zh-CN" altLang="en-US" dirty="0"/>
              <a:t>证明题规范</a:t>
            </a:r>
            <a:endParaRPr lang="en-US" altLang="zh-CN" dirty="0"/>
          </a:p>
          <a:p>
            <a:r>
              <a:rPr lang="zh-CN" altLang="en-US" dirty="0"/>
              <a:t>个别错比较多的同学多复习一下课件</a:t>
            </a:r>
            <a:endParaRPr lang="en-US" altLang="zh-CN" dirty="0"/>
          </a:p>
          <a:p>
            <a:r>
              <a:rPr lang="zh-CN" altLang="en-US" dirty="0"/>
              <a:t>不要拖延时间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496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A8E6C-D03C-4A4D-AF47-457B83DA6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习题课课堂小练习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D0E40F-99E1-47C4-AD16-BF2481458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设关系</a:t>
            </a:r>
            <a:r>
              <a:rPr lang="en-US" altLang="zh-CN" sz="2000" dirty="0"/>
              <a:t>R={&lt;1,2&gt;,  &lt;1,3&gt;,  &lt;2,3&gt;,  &lt;3,5&gt;}, S={&lt;1,4&gt;, &lt;3,2&gt;, &lt;3,3&gt; , &lt;5,1&gt;,}</a:t>
            </a:r>
            <a:r>
              <a:rPr lang="zh-CN" altLang="en-US" sz="2000" dirty="0"/>
              <a:t>，求复合关系</a:t>
            </a:r>
            <a:r>
              <a:rPr lang="en-US" altLang="zh-CN" sz="2000" dirty="0"/>
              <a:t>R◦S, R◦S◦S, S◦R◦S</a:t>
            </a:r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已知</a:t>
            </a:r>
            <a:r>
              <a:rPr lang="en-US" altLang="zh-CN" sz="2000" dirty="0"/>
              <a:t>f</a:t>
            </a:r>
            <a:r>
              <a:rPr lang="zh-CN" altLang="en-US" sz="2000" dirty="0"/>
              <a:t>和</a:t>
            </a:r>
            <a:r>
              <a:rPr lang="en-US" altLang="zh-CN" sz="2000" dirty="0"/>
              <a:t>g</a:t>
            </a:r>
            <a:r>
              <a:rPr lang="zh-CN" altLang="en-US" sz="2000" dirty="0"/>
              <a:t>是函数，证明</a:t>
            </a:r>
            <a:r>
              <a:rPr lang="en-US" altLang="zh-CN" sz="2000" dirty="0"/>
              <a:t>f</a:t>
            </a:r>
            <a:r>
              <a:rPr lang="zh-CN" altLang="en-US" sz="2000" dirty="0"/>
              <a:t>∩</a:t>
            </a:r>
            <a:r>
              <a:rPr lang="en-US" altLang="zh-CN" sz="2000" dirty="0"/>
              <a:t>g</a:t>
            </a:r>
            <a:r>
              <a:rPr lang="zh-CN" altLang="en-US" sz="2000" dirty="0"/>
              <a:t>也是函数。</a:t>
            </a:r>
            <a:endParaRPr lang="en-US" altLang="zh-CN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函数为位串指派串中连续出现的</a:t>
            </a:r>
            <a:r>
              <a:rPr lang="en-US" altLang="zh-CN" sz="2000" dirty="0"/>
              <a:t>1</a:t>
            </a:r>
            <a:r>
              <a:rPr lang="zh-CN" altLang="en-US" sz="2000" dirty="0"/>
              <a:t>的最大长度，给出定义域和值域。</a:t>
            </a:r>
            <a:endParaRPr lang="en-US" altLang="zh-CN" sz="2000" dirty="0"/>
          </a:p>
          <a:p>
            <a:r>
              <a:rPr lang="en-US" altLang="zh-CN" sz="2000" dirty="0"/>
              <a:t>4.</a:t>
            </a:r>
            <a:r>
              <a:rPr lang="zh-CN" altLang="en-US" sz="2000" dirty="0"/>
              <a:t>给出一个使</a:t>
            </a:r>
            <a:r>
              <a:rPr lang="en-US" altLang="zh-CN" sz="2000" dirty="0"/>
              <a:t>homework6</a:t>
            </a:r>
            <a:r>
              <a:rPr lang="zh-CN" altLang="en-US" sz="2000" dirty="0"/>
              <a:t>中</a:t>
            </a:r>
            <a:r>
              <a:rPr lang="en-US" altLang="zh-CN" sz="2000" dirty="0"/>
              <a:t>problem9</a:t>
            </a:r>
            <a:r>
              <a:rPr lang="zh-CN" altLang="en-US" sz="2000" dirty="0"/>
              <a:t>的</a:t>
            </a:r>
            <a:r>
              <a:rPr lang="en-US" altLang="zh-CN" sz="2000" dirty="0"/>
              <a:t>(b)</a:t>
            </a:r>
            <a:r>
              <a:rPr lang="zh-CN" altLang="en-US" sz="2000" dirty="0"/>
              <a:t>式不能取等号的例子，并证明</a:t>
            </a:r>
            <a:r>
              <a:rPr lang="en-US" altLang="zh-CN" sz="2000" dirty="0"/>
              <a:t>: </a:t>
            </a:r>
            <a:r>
              <a:rPr lang="zh-CN" altLang="en-US" sz="2000" dirty="0"/>
              <a:t>当函数</a:t>
            </a:r>
            <a:r>
              <a:rPr lang="en-US" altLang="zh-CN" sz="2000" dirty="0"/>
              <a:t>f</a:t>
            </a:r>
            <a:r>
              <a:rPr lang="zh-CN" altLang="en-US" sz="2000"/>
              <a:t>为单射函数</a:t>
            </a:r>
            <a:r>
              <a:rPr lang="zh-CN" altLang="en-US" sz="2000" dirty="0"/>
              <a:t>时，</a:t>
            </a:r>
            <a:r>
              <a:rPr lang="en-US" altLang="zh-CN" sz="2000" dirty="0"/>
              <a:t>f(S∩T) = f(S)∩f(T)</a:t>
            </a:r>
            <a:r>
              <a:rPr lang="zh-CN" altLang="en-US" sz="2000" dirty="0"/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4D0180-E24C-44D3-9254-5AD6301F8F37}"/>
              </a:ext>
            </a:extLst>
          </p:cNvPr>
          <p:cNvSpPr/>
          <p:nvPr/>
        </p:nvSpPr>
        <p:spPr>
          <a:xfrm>
            <a:off x="3943350" y="497663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课堂小练习：请在白纸上将本题做完，做完以后 1)在白纸上写上姓名和学号 2)在16:00之前发送至 lssx_syh@163.com 3)邮件标题为“学号_姓名_习题课课堂小练习_</a:t>
            </a:r>
            <a:r>
              <a:rPr lang="en-US" altLang="zh-CN" dirty="0"/>
              <a:t>5</a:t>
            </a:r>
            <a:r>
              <a:rPr lang="zh-CN" alt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3188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1285</TotalTime>
  <Words>260</Words>
  <Application>Microsoft Office PowerPoint</Application>
  <PresentationFormat>全屏显示(4:3)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主题​​</vt:lpstr>
      <vt:lpstr>离散数学第4次习题课</vt:lpstr>
      <vt:lpstr>课件中几道习题</vt:lpstr>
      <vt:lpstr>PowerPoint 演示文稿</vt:lpstr>
      <vt:lpstr>练习</vt:lpstr>
      <vt:lpstr>练习</vt:lpstr>
      <vt:lpstr>homework6</vt:lpstr>
      <vt:lpstr>习题课课堂小练习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子元</dc:creator>
  <cp:lastModifiedBy>王 子元</cp:lastModifiedBy>
  <cp:revision>105</cp:revision>
  <dcterms:created xsi:type="dcterms:W3CDTF">2020-03-11T13:29:08Z</dcterms:created>
  <dcterms:modified xsi:type="dcterms:W3CDTF">2020-03-13T05:55:59Z</dcterms:modified>
</cp:coreProperties>
</file>
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2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56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74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08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91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63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958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3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1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45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04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B4269-BDAB-4630-99DD-CFCB68D7CF4F}" type="datetimeFigureOut">
              <a:rPr lang="zh-CN" altLang="en-US" smtClean="0"/>
              <a:t>2020/4/28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FE070-EFC0-4F66-9CDA-1B1737D4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88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群论习题课</a:t>
            </a:r>
            <a:endParaRPr lang="zh-CN" altLang="en-US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4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72562"/>
            <a:ext cx="10515600" cy="6356838"/>
          </a:xfrm>
        </p:spPr>
        <p:txBody>
          <a:bodyPr/>
          <a:lstStyle/>
          <a:p>
            <a:r>
              <a:rPr lang="zh-CN" altLang="en-US" dirty="0"/>
              <a:t>判断</a:t>
            </a:r>
            <a:r>
              <a:rPr lang="zh-CN" altLang="en-US" dirty="0" smtClean="0"/>
              <a:t>下列命题正确与否</a:t>
            </a:r>
            <a:endParaRPr lang="en-US" altLang="zh-CN" dirty="0" smtClean="0"/>
          </a:p>
          <a:p>
            <a:r>
              <a:rPr lang="en-US" altLang="zh-CN" dirty="0" smtClean="0"/>
              <a:t>1) </a:t>
            </a:r>
            <a:r>
              <a:rPr lang="zh-CN" altLang="en-US" dirty="0" smtClean="0"/>
              <a:t>任意一、二、三、四、五阶群都是交换群。</a:t>
            </a:r>
            <a:endParaRPr lang="en-US" altLang="zh-CN" dirty="0" smtClean="0"/>
          </a:p>
          <a:p>
            <a:r>
              <a:rPr lang="en-US" altLang="zh-CN" dirty="0" smtClean="0"/>
              <a:t>2) </a:t>
            </a:r>
            <a:r>
              <a:rPr lang="zh-CN" altLang="en-US" dirty="0" smtClean="0"/>
              <a:t>有限群中任意元素的阶均整除群的阶。</a:t>
            </a:r>
            <a:endParaRPr lang="en-US" altLang="zh-CN" dirty="0" smtClean="0"/>
          </a:p>
          <a:p>
            <a:r>
              <a:rPr lang="en-US" altLang="zh-CN" dirty="0" smtClean="0"/>
              <a:t>3) </a:t>
            </a:r>
            <a:r>
              <a:rPr lang="zh-CN" altLang="en-US" dirty="0" smtClean="0"/>
              <a:t>六阶群不一定是交换群</a:t>
            </a:r>
            <a:endParaRPr lang="en-US" altLang="zh-CN" dirty="0" smtClean="0"/>
          </a:p>
          <a:p>
            <a:r>
              <a:rPr lang="en-US" altLang="zh-CN" dirty="0" smtClean="0"/>
              <a:t>4) </a:t>
            </a:r>
            <a:r>
              <a:rPr lang="zh-CN" altLang="en-US" dirty="0" smtClean="0"/>
              <a:t>子群的任意陪集的基数相同</a:t>
            </a:r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设</a:t>
            </a:r>
            <a:r>
              <a:rPr lang="en-US" altLang="zh-CN" dirty="0" smtClean="0"/>
              <a:t>&lt;H, *&gt;</a:t>
            </a:r>
            <a:r>
              <a:rPr lang="zh-CN" altLang="en-US" dirty="0" smtClean="0"/>
              <a:t>，</a:t>
            </a:r>
            <a:r>
              <a:rPr lang="en-US" altLang="zh-CN" dirty="0" smtClean="0"/>
              <a:t> &lt;K, *&gt;</a:t>
            </a:r>
            <a:r>
              <a:rPr lang="zh-CN" altLang="en-US" dirty="0" smtClean="0"/>
              <a:t>是</a:t>
            </a:r>
            <a:r>
              <a:rPr lang="en-US" altLang="zh-CN" dirty="0" smtClean="0"/>
              <a:t>&lt;G, *&gt;</a:t>
            </a:r>
            <a:r>
              <a:rPr lang="zh-CN" altLang="en-US" dirty="0" smtClean="0"/>
              <a:t>的子群，判断下列命题正确与否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&lt;H-K, *&gt;</a:t>
            </a:r>
            <a:r>
              <a:rPr lang="zh-CN" altLang="en-US" dirty="0" smtClean="0"/>
              <a:t>或</a:t>
            </a:r>
            <a:r>
              <a:rPr lang="en-US" altLang="zh-CN" dirty="0" smtClean="0"/>
              <a:t>&lt;K-H, *&gt;</a:t>
            </a:r>
            <a:r>
              <a:rPr lang="zh-CN" altLang="en-US" dirty="0" smtClean="0"/>
              <a:t>为</a:t>
            </a:r>
            <a:r>
              <a:rPr lang="en-US" altLang="zh-CN" dirty="0" smtClean="0"/>
              <a:t>&lt;G, *&gt;</a:t>
            </a:r>
            <a:r>
              <a:rPr lang="zh-CN" altLang="en-US" dirty="0" smtClean="0"/>
              <a:t>的子群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&lt;H∪K, *&gt;</a:t>
            </a:r>
            <a:r>
              <a:rPr lang="zh-CN" altLang="en-US" dirty="0" smtClean="0"/>
              <a:t>为</a:t>
            </a:r>
            <a:r>
              <a:rPr lang="en-US" altLang="zh-CN" dirty="0" smtClean="0"/>
              <a:t>&lt;G, *&gt;</a:t>
            </a:r>
            <a:r>
              <a:rPr lang="zh-CN" altLang="en-US" dirty="0" smtClean="0"/>
              <a:t>的子群</a:t>
            </a:r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&lt;H∩K</a:t>
            </a:r>
            <a:r>
              <a:rPr lang="en-US" altLang="zh-CN" dirty="0" smtClean="0"/>
              <a:t>, </a:t>
            </a:r>
            <a:r>
              <a:rPr lang="zh-CN" altLang="en-US" dirty="0" smtClean="0"/>
              <a:t>*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为</a:t>
            </a:r>
            <a:r>
              <a:rPr lang="en-US" altLang="zh-CN" dirty="0" smtClean="0"/>
              <a:t>&lt;G, *&gt;</a:t>
            </a:r>
            <a:r>
              <a:rPr lang="zh-CN" altLang="en-US" dirty="0" smtClean="0"/>
              <a:t>的子群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101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01162"/>
            <a:ext cx="10515600" cy="5675801"/>
          </a:xfrm>
        </p:spPr>
        <p:txBody>
          <a:bodyPr/>
          <a:lstStyle/>
          <a:p>
            <a:r>
              <a:rPr lang="en-US" altLang="zh-CN" dirty="0" smtClean="0"/>
              <a:t>&lt;Z</a:t>
            </a:r>
            <a:r>
              <a:rPr lang="en-US" altLang="zh-CN" sz="1600" dirty="0" smtClean="0"/>
              <a:t>6</a:t>
            </a:r>
            <a:r>
              <a:rPr lang="en-US" altLang="zh-CN" dirty="0" smtClean="0"/>
              <a:t>,+</a:t>
            </a:r>
            <a:r>
              <a:rPr lang="en-US" altLang="zh-CN" sz="1600" dirty="0" smtClean="0"/>
              <a:t>6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的子群有？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&lt;Z</a:t>
            </a:r>
            <a:r>
              <a:rPr lang="en-US" altLang="zh-CN" sz="1600" dirty="0"/>
              <a:t>7</a:t>
            </a:r>
            <a:r>
              <a:rPr lang="en-US" altLang="zh-CN" dirty="0" smtClean="0"/>
              <a:t>,+</a:t>
            </a:r>
            <a:r>
              <a:rPr lang="en-US" altLang="zh-CN" sz="1600" dirty="0"/>
              <a:t>7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的子群有？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&lt;Z</a:t>
            </a:r>
            <a:r>
              <a:rPr lang="en-US" altLang="zh-CN" sz="1600" dirty="0"/>
              <a:t>8</a:t>
            </a:r>
            <a:r>
              <a:rPr lang="en-US" altLang="zh-CN" dirty="0" smtClean="0"/>
              <a:t>,+</a:t>
            </a:r>
            <a:r>
              <a:rPr lang="en-US" altLang="zh-CN" sz="1600" dirty="0" smtClean="0"/>
              <a:t>8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的子群有？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整数加群的子群有？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非零实数集合</a:t>
            </a:r>
            <a:r>
              <a:rPr lang="en-US" altLang="zh-CN" dirty="0" smtClean="0"/>
              <a:t>R*</a:t>
            </a:r>
            <a:r>
              <a:rPr lang="zh-CN" altLang="en-US" dirty="0" smtClean="0"/>
              <a:t>，定义运算为 </a:t>
            </a:r>
            <a:r>
              <a:rPr lang="en-US" altLang="zh-CN" dirty="0" err="1" smtClean="0"/>
              <a:t>xy</a:t>
            </a:r>
            <a:r>
              <a:rPr lang="en-US" altLang="zh-CN" dirty="0" smtClean="0"/>
              <a:t>=y</a:t>
            </a:r>
            <a:r>
              <a:rPr lang="zh-CN" altLang="en-US" dirty="0" smtClean="0"/>
              <a:t>，是否构成群？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81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953" y="905607"/>
            <a:ext cx="11289323" cy="5271355"/>
          </a:xfrm>
        </p:spPr>
        <p:txBody>
          <a:bodyPr/>
          <a:lstStyle/>
          <a:p>
            <a:r>
              <a:rPr lang="zh-CN" altLang="en-US" dirty="0" smtClean="0"/>
              <a:t>对于群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的子群，子群在</a:t>
            </a:r>
            <a:r>
              <a:rPr lang="en-US" altLang="zh-CN" dirty="0" smtClean="0"/>
              <a:t>G</a:t>
            </a:r>
            <a:r>
              <a:rPr lang="zh-CN" altLang="en-US" dirty="0" smtClean="0"/>
              <a:t>中的右陪集个数和左陪集个数相等？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对于群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的子群</a:t>
            </a:r>
            <a:r>
              <a:rPr lang="en-US" altLang="zh-CN" dirty="0" smtClean="0"/>
              <a:t>H</a:t>
            </a:r>
            <a:r>
              <a:rPr lang="zh-CN" altLang="en-US" dirty="0" smtClean="0"/>
              <a:t>和元素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，一定有</a:t>
            </a:r>
            <a:r>
              <a:rPr lang="en-US" altLang="zh-CN" dirty="0" smtClean="0"/>
              <a:t>Ha=</a:t>
            </a:r>
            <a:r>
              <a:rPr lang="en-US" altLang="zh-CN" dirty="0" err="1" smtClean="0"/>
              <a:t>aH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假设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是一个群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的两个元素，且</a:t>
            </a:r>
            <a:r>
              <a:rPr lang="en-US" altLang="zh-CN" dirty="0" smtClean="0"/>
              <a:t>ab=</a:t>
            </a:r>
            <a:r>
              <a:rPr lang="en-US" altLang="zh-CN" dirty="0" err="1" smtClean="0"/>
              <a:t>ba</a:t>
            </a:r>
            <a:r>
              <a:rPr lang="zh-CN" altLang="en-US" smtClean="0"/>
              <a:t>，假定</a:t>
            </a:r>
            <a:r>
              <a:rPr lang="en-US" altLang="zh-CN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的阶分别为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，且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互质，则</a:t>
            </a:r>
            <a:r>
              <a:rPr lang="en-US" altLang="zh-CN" dirty="0" smtClean="0"/>
              <a:t>ab</a:t>
            </a:r>
            <a:r>
              <a:rPr lang="zh-CN" altLang="en-US" dirty="0" smtClean="0"/>
              <a:t>的阶是？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247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03385"/>
            <a:ext cx="10515600" cy="5473578"/>
          </a:xfrm>
        </p:spPr>
        <p:txBody>
          <a:bodyPr/>
          <a:lstStyle/>
          <a:p>
            <a:r>
              <a:rPr lang="zh-CN" altLang="en-US" dirty="0" smtClean="0"/>
              <a:t>群</a:t>
            </a:r>
            <a:r>
              <a:rPr lang="en-US" altLang="zh-CN" dirty="0" smtClean="0"/>
              <a:t>G1</a:t>
            </a:r>
            <a:r>
              <a:rPr lang="zh-CN" altLang="en-US" dirty="0"/>
              <a:t>与</a:t>
            </a:r>
            <a:r>
              <a:rPr lang="en-US" altLang="zh-CN" dirty="0" smtClean="0"/>
              <a:t>G2</a:t>
            </a:r>
            <a:r>
              <a:rPr lang="zh-CN" altLang="en-US" dirty="0" smtClean="0"/>
              <a:t>同态，</a:t>
            </a:r>
            <a:r>
              <a:rPr lang="en-US" altLang="zh-CN" dirty="0" smtClean="0"/>
              <a:t> G2</a:t>
            </a:r>
            <a:r>
              <a:rPr lang="zh-CN" altLang="en-US" dirty="0"/>
              <a:t>与</a:t>
            </a:r>
            <a:r>
              <a:rPr lang="en-US" altLang="zh-CN" dirty="0" smtClean="0"/>
              <a:t>G3</a:t>
            </a:r>
            <a:r>
              <a:rPr lang="zh-CN" altLang="en-US" dirty="0" smtClean="0"/>
              <a:t>同态，则</a:t>
            </a:r>
            <a:r>
              <a:rPr lang="en-US" altLang="zh-CN" dirty="0" smtClean="0"/>
              <a:t>G1</a:t>
            </a:r>
            <a:r>
              <a:rPr lang="zh-CN" altLang="en-US" dirty="0"/>
              <a:t>与</a:t>
            </a:r>
            <a:r>
              <a:rPr lang="en-US" altLang="zh-CN" dirty="0" smtClean="0"/>
              <a:t>G3</a:t>
            </a:r>
            <a:r>
              <a:rPr lang="zh-CN" altLang="en-US" dirty="0" smtClean="0"/>
              <a:t>同态？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群</a:t>
            </a:r>
            <a:r>
              <a:rPr lang="en-US" altLang="zh-CN" dirty="0" smtClean="0"/>
              <a:t>G1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G2</a:t>
            </a:r>
            <a:r>
              <a:rPr lang="zh-CN" altLang="en-US" dirty="0" smtClean="0"/>
              <a:t>同态，</a:t>
            </a:r>
            <a:r>
              <a:rPr lang="en-US" altLang="zh-CN" dirty="0" smtClean="0"/>
              <a:t> G1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G3</a:t>
            </a:r>
            <a:r>
              <a:rPr lang="zh-CN" altLang="en-US" dirty="0" smtClean="0"/>
              <a:t>同态，则</a:t>
            </a:r>
            <a:r>
              <a:rPr lang="en-US" altLang="zh-CN" dirty="0" smtClean="0"/>
              <a:t>G2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G3</a:t>
            </a:r>
            <a:r>
              <a:rPr lang="zh-CN" altLang="en-US" dirty="0" smtClean="0"/>
              <a:t>同态？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群</a:t>
            </a:r>
            <a:r>
              <a:rPr lang="en-US" altLang="zh-CN" dirty="0" smtClean="0"/>
              <a:t>G1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G2</a:t>
            </a:r>
            <a:r>
              <a:rPr lang="zh-CN" altLang="en-US" dirty="0" smtClean="0"/>
              <a:t>同态，</a:t>
            </a:r>
            <a:r>
              <a:rPr lang="en-US" altLang="zh-CN" dirty="0" smtClean="0"/>
              <a:t> G2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G1</a:t>
            </a:r>
            <a:r>
              <a:rPr lang="zh-CN" altLang="en-US" dirty="0" smtClean="0"/>
              <a:t>同态，则</a:t>
            </a:r>
            <a:r>
              <a:rPr lang="en-US" altLang="zh-CN" dirty="0" smtClean="0"/>
              <a:t>G1</a:t>
            </a:r>
            <a:r>
              <a:rPr lang="zh-CN" altLang="en-US" dirty="0" smtClean="0"/>
              <a:t>与</a:t>
            </a:r>
            <a:r>
              <a:rPr lang="en-US" altLang="zh-CN" dirty="0" smtClean="0"/>
              <a:t>G2</a:t>
            </a:r>
            <a:r>
              <a:rPr lang="zh-CN" altLang="en-US" dirty="0" smtClean="0">
                <a:solidFill>
                  <a:srgbClr val="FF0000"/>
                </a:solidFill>
              </a:rPr>
              <a:t>同构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存在一个群</a:t>
            </a:r>
            <a:r>
              <a:rPr lang="en-US" altLang="zh-CN" dirty="0" smtClean="0"/>
              <a:t>G</a:t>
            </a:r>
            <a:r>
              <a:rPr lang="zh-CN" altLang="en-US" dirty="0" smtClean="0"/>
              <a:t>，对于任意其他群，都有其他群到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的满同态？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模</a:t>
            </a:r>
            <a:r>
              <a:rPr lang="en-US" altLang="zh-CN" dirty="0" smtClean="0"/>
              <a:t>15</a:t>
            </a:r>
            <a:r>
              <a:rPr lang="zh-CN" altLang="en-US" dirty="0" smtClean="0"/>
              <a:t>整数加群的生成元个数是？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687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整数集合，定义运算</a:t>
            </a:r>
            <a:r>
              <a:rPr lang="en-US" altLang="zh-CN" dirty="0" smtClean="0"/>
              <a:t>ab=a+b-2</a:t>
            </a:r>
            <a:r>
              <a:rPr lang="zh-CN" altLang="en-US" dirty="0" smtClean="0"/>
              <a:t>，此代数系统为？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如果是群？是否为循环群？生成元是？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19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</a:t>
            </a:r>
            <a:r>
              <a:rPr lang="zh-CN" altLang="en-US" dirty="0" smtClean="0"/>
              <a:t>实数集乘法群，实数集加法群，是否同构？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一个群有可能与它的真子群同构？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群同构为等价关系？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804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 = Q x Q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为有理数，定义运算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&gt;,&lt;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为有理数对，运算为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&gt;</a:t>
            </a:r>
            <a:r>
              <a:rPr lang="zh-CN" altLang="en-US" dirty="0" smtClean="0"/>
              <a:t>*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&gt; = &lt;</a:t>
            </a:r>
            <a:r>
              <a:rPr lang="en-US" altLang="zh-CN" dirty="0" err="1" smtClean="0"/>
              <a:t>ax,ay+b</a:t>
            </a:r>
            <a:r>
              <a:rPr lang="en-US" altLang="zh-CN" dirty="0" smtClean="0"/>
              <a:t>&gt;</a:t>
            </a:r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）运算满足结合律？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）运算满足交换律？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）单位元是？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）零元是？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976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所有的全序集构成格？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三个元素组成的格只能是链？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存在有限格没有最小元？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947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460</Words>
  <Application>Microsoft Office PowerPoint</Application>
  <PresentationFormat>宽屏</PresentationFormat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华文细黑</vt:lpstr>
      <vt:lpstr>Arial</vt:lpstr>
      <vt:lpstr>Office 主题​​</vt:lpstr>
      <vt:lpstr>群论习题课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群论习题课</dc:title>
  <dc:creator>Ivan</dc:creator>
  <cp:lastModifiedBy>Ivan</cp:lastModifiedBy>
  <cp:revision>33</cp:revision>
  <dcterms:created xsi:type="dcterms:W3CDTF">2020-04-28T11:55:40Z</dcterms:created>
  <dcterms:modified xsi:type="dcterms:W3CDTF">2020-04-29T01:52:12Z</dcterms:modified>
</cp:coreProperties>
</file>